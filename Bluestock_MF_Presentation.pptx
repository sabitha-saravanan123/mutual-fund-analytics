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Raleway" panose="020F0502020204030204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ed15224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ed15224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ed152241e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ed152241e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ed152241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ed152241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ed152241e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ed152241e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ed152241e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ed152241e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ed152241e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ed152241e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ed152241e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ed152241e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ed152241e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ed152241e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ed152241e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ed152241e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ed152241e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ed152241e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ed152241e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ed152241e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ed152241e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ed152241e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Mutual Fund Analytics 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7950" y="326060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Bluestock Fintech Capstone Project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Sabitha Saravanan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40"/>
              <a:t>Problem Statement and Objectives </a:t>
            </a:r>
            <a:endParaRPr sz="184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1390918"/>
            <a:ext cx="7688700" cy="35703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mutual fund industry generates large volumes of data related to fund performance, investor transactions and market benchmarks. </a:t>
            </a:r>
            <a:r>
              <a:rPr lang="en-GB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these datasets manually is difficult and time-consuming.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 ETL pipeline for processing data.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exploratory data analysis.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investor </a:t>
            </a:r>
            <a:r>
              <a:rPr lang="en-GB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trends.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interactive Power BI dashboards.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useful insights and recommendations.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1174834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/>
              <a:t>Data Sources </a:t>
            </a:r>
            <a:endParaRPr sz="1800"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7650" y="1236372"/>
            <a:ext cx="7688700" cy="3812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The project uses multiple datasets related to mutual funds and they are: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Fund Master Data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NAV History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AUM by Fund House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Monthly SIP Inflows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Category Inflows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Industry Folio Count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Scheme Performance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Investor Transactions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Portfolio Holdings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Benchmark Indices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/>
                <a:ea typeface="Times New Roman"/>
                <a:cs typeface="Times New Roman"/>
                <a:sym typeface="Times New Roman"/>
              </a:rPr>
              <a:t>These datasets provide information about fund performance, investor activity, and market trends from 2022 to 2026.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Architecture 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5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Raw CSV Files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Data Cleaning and Validation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Processed Datasets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SQLite Database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EDA and Performance Analytics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Power BI Dashboard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Final Reports and Insights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/>
              <a:t>EDA Highlights </a:t>
            </a:r>
            <a:endParaRPr sz="1800" dirty="0"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29450" y="1442434"/>
            <a:ext cx="7688700" cy="3372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visualizations were created to understand industry trends and several analyses have been done such as:</a:t>
            </a:r>
            <a:endParaRPr sz="1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NAV trend analysis for schemes.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AUM growth of different fund houses.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SIP inflow trends.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Category-wise inflow analysis.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Folio growth over time.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EDA helped to understand that: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AUM showed continuous growth.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SIP investments increased steadily.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Equity categories attracted higher inflows.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EDA Highlights </a:t>
            </a:r>
            <a:endParaRPr sz="1400" dirty="0"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729450" y="1390918"/>
            <a:ext cx="7688700" cy="29490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Investor transaction data was </a:t>
            </a:r>
            <a:r>
              <a:rPr lang="en-GB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understand investor </a:t>
            </a:r>
            <a:r>
              <a:rPr lang="en-GB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analyses performed include:</a:t>
            </a:r>
            <a:endParaRPr sz="1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State-wise investment distribution.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group analysis.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Gender-wise participation.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 tier comparison.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volume trends.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helped to understand that: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Younger investors actively participated in SIPs.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states contributed larger investments.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transaction volumes increased over time.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 Metrics 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729450" y="1506828"/>
            <a:ext cx="7688700" cy="36368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financial metrics were calculated to evaluate fund performance.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 Used</a:t>
            </a:r>
            <a:endParaRPr sz="14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CAGR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Sharpe Ratio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Sortino Ratio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Alpha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Beta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Drawdown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metrics helped compare schemes based on return and risk characteristics and identify better-performing funds.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1200"/>
              </a:spcAft>
              <a:buNone/>
            </a:pP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40"/>
              <a:t>Performance Metrics </a:t>
            </a:r>
            <a:endParaRPr sz="1840"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729450" y="1442434"/>
            <a:ext cx="7688700" cy="37405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analysis was performed using historical returns and various calculations include: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Returns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at Risk (</a:t>
            </a:r>
            <a:r>
              <a:rPr lang="en-GB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 </a:t>
            </a:r>
            <a:r>
              <a:rPr lang="en-GB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(CVaR)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Rolling 90-Day Sharpe Ratio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lang="en-GB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analyses include: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Investor Cohort Analysis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SIP Continuity Analysis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 Recommendation System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analyses provided deeper insights into portfolio risk and investor </a:t>
            </a:r>
            <a:r>
              <a:rPr lang="en-GB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729450" y="1173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440"/>
              <a:t>Dashboard Screenshots </a:t>
            </a:r>
            <a:endParaRPr sz="1440"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729450" y="1709125"/>
            <a:ext cx="7688700" cy="3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6" name="Google Shape;136;p21" title="page1_industry_overview.png"/>
          <p:cNvPicPr preferRelativeResize="0"/>
          <p:nvPr/>
        </p:nvPicPr>
        <p:blipFill rotWithShape="1">
          <a:blip r:embed="rId3">
            <a:alphaModFix/>
          </a:blip>
          <a:srcRect l="6726" t="7884" r="32513" b="7528"/>
          <a:stretch/>
        </p:blipFill>
        <p:spPr>
          <a:xfrm>
            <a:off x="1408800" y="1577738"/>
            <a:ext cx="3101148" cy="351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 title="page2_fund_performance.png"/>
          <p:cNvPicPr preferRelativeResize="0"/>
          <p:nvPr/>
        </p:nvPicPr>
        <p:blipFill rotWithShape="1">
          <a:blip r:embed="rId4">
            <a:alphaModFix/>
          </a:blip>
          <a:srcRect l="4990" r="43140" b="19808"/>
          <a:stretch/>
        </p:blipFill>
        <p:spPr>
          <a:xfrm>
            <a:off x="4432025" y="1173922"/>
            <a:ext cx="3101151" cy="3948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727650" y="1163600"/>
            <a:ext cx="76887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440"/>
              <a:t>Dashboard Screenshots </a:t>
            </a:r>
            <a:endParaRPr sz="1440"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729450" y="1682175"/>
            <a:ext cx="7688700" cy="3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4" name="Google Shape;144;p22" title="page3_investor_analytics.png"/>
          <p:cNvPicPr preferRelativeResize="0"/>
          <p:nvPr/>
        </p:nvPicPr>
        <p:blipFill rotWithShape="1">
          <a:blip r:embed="rId3">
            <a:alphaModFix/>
          </a:blip>
          <a:srcRect l="6258" r="24519" b="19595"/>
          <a:stretch/>
        </p:blipFill>
        <p:spPr>
          <a:xfrm>
            <a:off x="729450" y="1556373"/>
            <a:ext cx="3304249" cy="345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 title="page4_sip_market_trend.png"/>
          <p:cNvPicPr preferRelativeResize="0"/>
          <p:nvPr/>
        </p:nvPicPr>
        <p:blipFill rotWithShape="1">
          <a:blip r:embed="rId4">
            <a:alphaModFix/>
          </a:blip>
          <a:srcRect l="5891" t="2022" r="31835" b="19596"/>
          <a:stretch/>
        </p:blipFill>
        <p:spPr>
          <a:xfrm>
            <a:off x="4443525" y="1320075"/>
            <a:ext cx="3256224" cy="382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00"/>
              <a:t>Key Findings and Recommendations </a:t>
            </a:r>
            <a:endParaRPr sz="1800"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729450" y="1448873"/>
            <a:ext cx="7688700" cy="35185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sz="15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9563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Mutual fund industry AUM increased consistently.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SIP inflows reached record highs.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funds delivered superior risk-adjusted returns.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investor cohorts contributed larger investments.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Diversified portfolios reduced concentration risk.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 sz="15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9563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 long-term SIP investments.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diversified portfolios.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downside risk regularly.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risk-adjusted metrics while selecting funds.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40"/>
              <a:t>Conclusion</a:t>
            </a:r>
            <a:endParaRPr sz="1840"/>
          </a:p>
        </p:txBody>
      </p:sp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65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Font typeface="Times New Roman"/>
              <a:buChar char="●"/>
            </a:pPr>
            <a:r>
              <a:rPr lang="en-GB" sz="1403">
                <a:latin typeface="Times New Roman"/>
                <a:ea typeface="Times New Roman"/>
                <a:cs typeface="Times New Roman"/>
                <a:sym typeface="Times New Roman"/>
              </a:rPr>
              <a:t>Successfully built an end-to-end Mutual Fund Analytics system using Python, SQLite, Jupyter Notebook, and Power BI.</a:t>
            </a:r>
            <a:endParaRPr sz="140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65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Font typeface="Times New Roman"/>
              <a:buChar char="●"/>
            </a:pPr>
            <a:r>
              <a:rPr lang="en-GB" sz="1403">
                <a:latin typeface="Times New Roman"/>
                <a:ea typeface="Times New Roman"/>
                <a:cs typeface="Times New Roman"/>
                <a:sym typeface="Times New Roman"/>
              </a:rPr>
              <a:t>Performed data cleaning, ETL, exploratory analysis, performance analysis, and risk analysis on multiple mutual fund datasets.</a:t>
            </a:r>
            <a:endParaRPr sz="140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65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Font typeface="Times New Roman"/>
              <a:buChar char="●"/>
            </a:pPr>
            <a:r>
              <a:rPr lang="en-GB" sz="1403">
                <a:latin typeface="Times New Roman"/>
                <a:ea typeface="Times New Roman"/>
                <a:cs typeface="Times New Roman"/>
                <a:sym typeface="Times New Roman"/>
              </a:rPr>
              <a:t>Calculated metrics such as CAGR, Sharpe Ratio, Sortino Ratio, Alpha, Beta, VaR, and Maximum Drawdown.</a:t>
            </a:r>
            <a:endParaRPr sz="140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65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Font typeface="Times New Roman"/>
              <a:buChar char="●"/>
            </a:pPr>
            <a:r>
              <a:rPr lang="en-GB" sz="1403">
                <a:latin typeface="Times New Roman"/>
                <a:ea typeface="Times New Roman"/>
                <a:cs typeface="Times New Roman"/>
                <a:sym typeface="Times New Roman"/>
              </a:rPr>
              <a:t>Developed an interactive Power BI dashboard to visualize industry trends, fund performance, investor behavior, and SIP patterns.</a:t>
            </a:r>
            <a:endParaRPr sz="140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659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Font typeface="Times New Roman"/>
              <a:buChar char="●"/>
            </a:pPr>
            <a:r>
              <a:rPr lang="en-GB" sz="1403">
                <a:latin typeface="Times New Roman"/>
                <a:ea typeface="Times New Roman"/>
                <a:cs typeface="Times New Roman"/>
                <a:sym typeface="Times New Roman"/>
              </a:rPr>
              <a:t>The project demonstrates practical applications of data engineering, financial analytics, and business intelligence.</a:t>
            </a:r>
            <a:endParaRPr sz="140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40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792275" y="23041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Microsoft Office PowerPoint</Application>
  <PresentationFormat>On-screen Show (16:9)</PresentationFormat>
  <Paragraphs>100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Raleway</vt:lpstr>
      <vt:lpstr>Lato</vt:lpstr>
      <vt:lpstr>Times New Roman</vt:lpstr>
      <vt:lpstr>Streamline</vt:lpstr>
      <vt:lpstr>Mutual Fund Analytics </vt:lpstr>
      <vt:lpstr>Problem Statement and Objectives </vt:lpstr>
      <vt:lpstr>Data Sources </vt:lpstr>
      <vt:lpstr>Project Architecture </vt:lpstr>
      <vt:lpstr>EDA Highlights </vt:lpstr>
      <vt:lpstr>EDA Highlights </vt:lpstr>
      <vt:lpstr>Performance Metrics </vt:lpstr>
      <vt:lpstr>Performance Metrics </vt:lpstr>
      <vt:lpstr>Dashboard Screenshots </vt:lpstr>
      <vt:lpstr>Dashboard Screenshots </vt:lpstr>
      <vt:lpstr>Key Findings and Recommendations 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Rahul Akash Saravanan</cp:lastModifiedBy>
  <cp:revision>1</cp:revision>
  <dcterms:modified xsi:type="dcterms:W3CDTF">2026-06-11T17:16:44Z</dcterms:modified>
</cp:coreProperties>
</file>